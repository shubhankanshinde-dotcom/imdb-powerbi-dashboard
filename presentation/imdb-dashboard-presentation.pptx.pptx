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Montserrat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13" Type="http://schemas.openxmlformats.org/officeDocument/2006/relationships/font" Target="fonts/Montserrat-italic.fntdata"/><Relationship Id="rId12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2bdba8bd2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2bdba8bd2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2bdba8bd2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2bdba8bd2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2bdba8bd2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2bdba8bd2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2bdba8bd2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2bdba8bd2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2bdba8bd2_0_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2bdba8bd2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200075" y="114345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en" sz="4400">
                <a:latin typeface="Calibri"/>
                <a:ea typeface="Calibri"/>
                <a:cs typeface="Calibri"/>
                <a:sym typeface="Calibri"/>
              </a:rPr>
              <a:t>IMDb Top 1000 Movies - Power BI Dashboard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486300" y="40010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7">
                <a:latin typeface="Arial"/>
                <a:ea typeface="Arial"/>
                <a:cs typeface="Arial"/>
                <a:sym typeface="Arial"/>
              </a:rPr>
              <a:t>SHUBHANKAN SHINDE</a:t>
            </a:r>
            <a:endParaRPr sz="720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0" y="0"/>
            <a:ext cx="6417900" cy="4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Power BI Dashboard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6417950" y="0"/>
            <a:ext cx="27261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1.Aggregated top 1000 IMDb movie data across genres and decades.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Visualizes KPIs including:</a:t>
            </a:r>
            <a:br>
              <a:rPr lang="en" sz="1500">
                <a:latin typeface="Calibri"/>
                <a:ea typeface="Calibri"/>
                <a:cs typeface="Calibri"/>
                <a:sym typeface="Calibri"/>
              </a:rPr>
            </a:b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- Average IMDb Rating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- Average Runtime</a:t>
            </a:r>
            <a:br>
              <a:rPr lang="en" sz="1500">
                <a:latin typeface="Calibri"/>
                <a:ea typeface="Calibri"/>
                <a:cs typeface="Calibri"/>
                <a:sym typeface="Calibri"/>
              </a:rPr>
            </a:b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- Total Gross (in $Millions)</a:t>
            </a:r>
            <a:br>
              <a:rPr lang="en" sz="1500">
                <a:latin typeface="Calibri"/>
                <a:ea typeface="Calibri"/>
                <a:cs typeface="Calibri"/>
                <a:sym typeface="Calibri"/>
              </a:rPr>
            </a:b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- Total Series Titles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3.Includes interactive visuals:</a:t>
            </a:r>
            <a:br>
              <a:rPr lang="en" sz="1500">
                <a:latin typeface="Calibri"/>
                <a:ea typeface="Calibri"/>
                <a:cs typeface="Calibri"/>
                <a:sym typeface="Calibri"/>
              </a:rPr>
            </a:b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- Ratings over Time (Line Chart)</a:t>
            </a:r>
            <a:br>
              <a:rPr lang="en" sz="1500">
                <a:latin typeface="Calibri"/>
                <a:ea typeface="Calibri"/>
                <a:cs typeface="Calibri"/>
                <a:sym typeface="Calibri"/>
              </a:rPr>
            </a:b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- Certificate Breakdown (Donut Chart)</a:t>
            </a:r>
            <a:br>
              <a:rPr lang="en" sz="1500">
                <a:latin typeface="Calibri"/>
                <a:ea typeface="Calibri"/>
                <a:cs typeface="Calibri"/>
                <a:sym typeface="Calibri"/>
              </a:rPr>
            </a:b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- Top Directors by Gross (Bar Chart)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4.Dynamic filters allow slicing by year, genre, rating,certificate, and director.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5.Supports users in identifying high-quality films based on performance metrics.</a:t>
            </a:r>
            <a:endParaRPr sz="1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4" title="Screenshot 2025-04-30 2112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6300"/>
            <a:ext cx="6417950" cy="47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195450" y="418950"/>
            <a:ext cx="7038900" cy="4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2800">
                <a:latin typeface="Calibri"/>
                <a:ea typeface="Calibri"/>
                <a:cs typeface="Calibri"/>
                <a:sym typeface="Calibri"/>
              </a:rPr>
              <a:t>Key Insights from the Dashboard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5790025" y="535338"/>
            <a:ext cx="3354000" cy="13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Average IMDb Rating: 7.95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Total Gross Revenue: $56.54B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Average Runtime: 122.89 minutes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Total Titles Analyzed: 1000</a:t>
            </a:r>
            <a:endParaRPr b="1" sz="2800">
              <a:solidFill>
                <a:srgbClr val="ADD8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2889975" y="4618625"/>
            <a:ext cx="329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Rating Trends: Peaks observed around the 1900s.</a:t>
            </a:r>
            <a:endParaRPr/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6675" y="1704450"/>
            <a:ext cx="3051400" cy="291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-36650" y="46186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Top Certifications: U rated movies dominate.</a:t>
            </a:r>
            <a:endParaRPr/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" y="1704450"/>
            <a:ext cx="2926675" cy="2914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8075" y="1971900"/>
            <a:ext cx="3165950" cy="26467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6217325" y="461862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Top Directors: Spielberg, Nolan, and Russo lead in gross revenue.</a:t>
            </a:r>
            <a:endParaRPr/>
          </a:p>
        </p:txBody>
      </p:sp>
      <p:pic>
        <p:nvPicPr>
          <p:cNvPr id="155" name="Google Shape;15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136403"/>
            <a:ext cx="5978074" cy="56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1969775" y="0"/>
            <a:ext cx="7038900" cy="4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500">
                <a:latin typeface="Calibri"/>
                <a:ea typeface="Calibri"/>
                <a:cs typeface="Calibri"/>
                <a:sym typeface="Calibri"/>
              </a:rPr>
              <a:t>Actionable Decisions from Insights</a:t>
            </a:r>
            <a:endParaRPr sz="2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1034100" y="121050"/>
            <a:ext cx="81099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Recommendation Engine for Viewers:</a:t>
            </a:r>
            <a:br>
              <a:rPr b="1" lang="en" sz="1500">
                <a:latin typeface="Calibri"/>
                <a:ea typeface="Calibri"/>
                <a:cs typeface="Calibri"/>
                <a:sym typeface="Calibri"/>
              </a:rPr>
            </a:b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The dashboard reveals that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PG-13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certified movies consistently perform best in both ratings and gross. Platforms like Netflix or Prime could build filters or recommendation engines around these certifications, helping users pick high-quality, family-accessible content.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Genre-Based Promotion Strategy:</a:t>
            </a:r>
            <a:br>
              <a:rPr b="1" lang="en" sz="1500"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Drama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Drama-Romance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dominate the dataset in volume and ratings. Marketing efforts for classic or emotional titles can be prioritized on streaming platforms, especially during awards season or themed content weeks.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Director-Specific Campaigns:</a:t>
            </a:r>
            <a:br>
              <a:rPr b="1" lang="en" sz="1500"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Steven Spielberg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Christopher Nolan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Anthony Russo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top the list in gross. Platforms or cinemas can create spotlight campaigns or collections focused on these directors, leveraging their high audience pull and legacy.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Runtime Optimization for Producers:</a:t>
            </a:r>
            <a:br>
              <a:rPr b="1" lang="en" sz="1500">
                <a:latin typeface="Calibri"/>
                <a:ea typeface="Calibri"/>
                <a:cs typeface="Calibri"/>
                <a:sym typeface="Calibri"/>
              </a:rPr>
            </a:b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Movies between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120–130 minutes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have the highest ratings. Production studios can use this insight during planning to optimize storytelling within this range, balancing depth with viewer attention span.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5070925" y="3034400"/>
            <a:ext cx="4920900" cy="19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latin typeface="Montserrat"/>
                <a:ea typeface="Montserrat"/>
                <a:cs typeface="Montserrat"/>
                <a:sym typeface="Montserrat"/>
              </a:rPr>
              <a:t>THANK YOU </a:t>
            </a:r>
            <a:endParaRPr sz="3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